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5" r:id="rId3"/>
    <p:sldId id="290" r:id="rId4"/>
    <p:sldId id="271" r:id="rId5"/>
    <p:sldId id="276" r:id="rId6"/>
    <p:sldId id="288" r:id="rId7"/>
    <p:sldId id="289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325" userDrawn="1">
          <p15:clr>
            <a:srgbClr val="A4A3A4"/>
          </p15:clr>
        </p15:guide>
        <p15:guide id="4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783"/>
    <a:srgbClr val="097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/>
    <p:restoredTop sz="94626"/>
  </p:normalViewPr>
  <p:slideViewPr>
    <p:cSldViewPr snapToGrid="0" snapToObjects="1" showGuides="1">
      <p:cViewPr varScale="1">
        <p:scale>
          <a:sx n="65" d="100"/>
          <a:sy n="65" d="100"/>
        </p:scale>
        <p:origin x="812" y="32"/>
      </p:cViewPr>
      <p:guideLst>
        <p:guide orient="horz" pos="2160"/>
        <p:guide pos="3863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87-A74D-8AA1-65BED696AB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687-A74D-8AA1-65BED696AB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87-A74D-8AA1-65BED696ABF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 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3.4</c:v>
                </c:pt>
                <c:pt idx="2">
                  <c:v>2.5</c:v>
                </c:pt>
                <c:pt idx="3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687-A74D-8AA1-65BED696AB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0670368"/>
        <c:axId val="1550665792"/>
      </c:lineChart>
      <c:catAx>
        <c:axId val="1550670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665792"/>
        <c:crosses val="autoZero"/>
        <c:auto val="1"/>
        <c:lblAlgn val="ctr"/>
        <c:lblOffset val="100"/>
        <c:noMultiLvlLbl val="0"/>
      </c:catAx>
      <c:valAx>
        <c:axId val="1550665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670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shade val="30000"/>
                    <a:satMod val="115000"/>
                  </a:schemeClr>
                </a:gs>
                <a:gs pos="50000">
                  <a:schemeClr val="accent1">
                    <a:shade val="67500"/>
                    <a:satMod val="115000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87-A74D-8AA1-65BED696AB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87-A74D-8AA1-65BED696AB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gradFill flip="none" rotWithShape="1">
              <a:gsLst>
                <a:gs pos="0">
                  <a:srgbClr val="097F8B">
                    <a:shade val="30000"/>
                    <a:satMod val="115000"/>
                  </a:srgbClr>
                </a:gs>
                <a:gs pos="50000">
                  <a:srgbClr val="097F8B">
                    <a:shade val="67500"/>
                    <a:satMod val="115000"/>
                  </a:srgbClr>
                </a:gs>
                <a:gs pos="100000">
                  <a:srgbClr val="097F8B">
                    <a:shade val="100000"/>
                    <a:satMod val="115000"/>
                  </a:srgbClr>
                </a:gs>
              </a:gsLst>
              <a:lin ang="27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87-A74D-8AA1-65BED696ABF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 </c:v>
                </c:pt>
              </c:strCache>
            </c:strRef>
          </c:tx>
          <c:spPr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lin ang="18900000" scaled="1"/>
              <a:tileRect/>
            </a:gra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3.4</c:v>
                </c:pt>
                <c:pt idx="2">
                  <c:v>2.5</c:v>
                </c:pt>
                <c:pt idx="3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87-A74D-8AA1-65BED696AB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0670368"/>
        <c:axId val="1550665792"/>
      </c:barChart>
      <c:catAx>
        <c:axId val="15506703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665792"/>
        <c:crosses val="autoZero"/>
        <c:auto val="1"/>
        <c:lblAlgn val="ctr"/>
        <c:lblOffset val="100"/>
        <c:noMultiLvlLbl val="0"/>
      </c:catAx>
      <c:valAx>
        <c:axId val="1550665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6703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bubble3D val="0"/>
            <c:spPr>
              <a:gradFill flip="none" rotWithShape="1">
                <a:gsLst>
                  <a:gs pos="0">
                    <a:srgbClr val="ED8783">
                      <a:shade val="30000"/>
                      <a:satMod val="115000"/>
                    </a:srgbClr>
                  </a:gs>
                  <a:gs pos="50000">
                    <a:srgbClr val="ED8783">
                      <a:shade val="67500"/>
                      <a:satMod val="115000"/>
                    </a:srgbClr>
                  </a:gs>
                  <a:gs pos="100000">
                    <a:srgbClr val="ED8783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9B60-B04D-A022-BD23F8D1C9C7}"/>
              </c:ext>
            </c:extLst>
          </c:dPt>
          <c:dPt>
            <c:idx val="1"/>
            <c:bubble3D val="0"/>
            <c:spPr>
              <a:gradFill flip="none" rotWithShape="1">
                <a:gsLst>
                  <a:gs pos="0">
                    <a:srgbClr val="002060">
                      <a:tint val="66000"/>
                      <a:satMod val="160000"/>
                    </a:srgbClr>
                  </a:gs>
                  <a:gs pos="50000">
                    <a:srgbClr val="002060">
                      <a:tint val="44500"/>
                      <a:satMod val="160000"/>
                    </a:srgbClr>
                  </a:gs>
                  <a:gs pos="100000">
                    <a:srgbClr val="002060">
                      <a:tint val="23500"/>
                      <a:satMod val="160000"/>
                    </a:srgbClr>
                  </a:gs>
                </a:gsLst>
                <a:lin ang="5400000" scaled="1"/>
                <a:tileRect/>
              </a:gra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9B60-B04D-A022-BD23F8D1C9C7}"/>
              </c:ext>
            </c:extLst>
          </c:dPt>
          <c:dPt>
            <c:idx val="2"/>
            <c:bubble3D val="0"/>
            <c:spPr>
              <a:gradFill flip="none" rotWithShape="1">
                <a:gsLst>
                  <a:gs pos="0">
                    <a:srgbClr val="0070C0">
                      <a:shade val="30000"/>
                      <a:satMod val="115000"/>
                    </a:srgbClr>
                  </a:gs>
                  <a:gs pos="50000">
                    <a:srgbClr val="0070C0">
                      <a:shade val="67500"/>
                      <a:satMod val="115000"/>
                    </a:srgbClr>
                  </a:gs>
                  <a:gs pos="100000">
                    <a:srgbClr val="0070C0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9B60-B04D-A022-BD23F8D1C9C7}"/>
              </c:ext>
            </c:extLst>
          </c:dPt>
          <c:dPt>
            <c:idx val="3"/>
            <c:bubble3D val="0"/>
            <c:spPr>
              <a:gradFill flip="none" rotWithShape="1">
                <a:gsLst>
                  <a:gs pos="0">
                    <a:srgbClr val="097F8B">
                      <a:shade val="30000"/>
                      <a:satMod val="115000"/>
                    </a:srgbClr>
                  </a:gs>
                  <a:gs pos="50000">
                    <a:srgbClr val="097F8B">
                      <a:shade val="67500"/>
                      <a:satMod val="115000"/>
                    </a:srgbClr>
                  </a:gs>
                  <a:gs pos="100000">
                    <a:srgbClr val="097F8B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0-9B60-B04D-A022-BD23F8D1C9C7}"/>
              </c:ext>
            </c:extLst>
          </c:dPt>
          <c:dLbls>
            <c:spPr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87-A74D-8AA1-65BED696ABF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C9D4-DA47-8E73-79261199E8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B-C9D4-DA47-8E73-79261199E8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D-C9D4-DA47-8E73-79261199E8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F-C9D4-DA47-8E73-79261199E843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687-A74D-8AA1-65BED696ABF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1-C9D4-DA47-8E73-79261199E8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3-C9D4-DA47-8E73-79261199E8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5-C9D4-DA47-8E73-79261199E8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7-C9D4-DA47-8E73-79261199E843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687-A74D-8AA1-65BED696ABF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9-C9D4-DA47-8E73-79261199E84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B-C9D4-DA47-8E73-79261199E84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D-C9D4-DA47-8E73-79261199E84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F-C9D4-DA47-8E73-79261199E843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Project Alpha </c:v>
                </c:pt>
                <c:pt idx="1">
                  <c:v>Project Beta </c:v>
                </c:pt>
                <c:pt idx="2">
                  <c:v>Project Charlie</c:v>
                </c:pt>
                <c:pt idx="3">
                  <c:v>Project Delta 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</c:v>
                </c:pt>
                <c:pt idx="1">
                  <c:v>3.4</c:v>
                </c:pt>
                <c:pt idx="2">
                  <c:v>2.5</c:v>
                </c:pt>
                <c:pt idx="3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687-A74D-8AA1-65BED696ABF4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99BB-23DF-A04B-A006-E4352A34EB0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52418-CEC9-AD41-8D78-31D296999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77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C3E60DB-AF99-96E6-AE8C-1F6A89B8B9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4400" y="823238"/>
            <a:ext cx="3980362" cy="15979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8BDCC-4593-52EC-C9C3-BF80D8CE7665}"/>
              </a:ext>
            </a:extLst>
          </p:cNvPr>
          <p:cNvSpPr txBox="1"/>
          <p:nvPr userDrawn="1"/>
        </p:nvSpPr>
        <p:spPr>
          <a:xfrm>
            <a:off x="4786733" y="6301409"/>
            <a:ext cx="233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#EducateToEnterprise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A4C7B-DDE7-C7E2-BED9-38235BBF53E3}"/>
              </a:ext>
            </a:extLst>
          </p:cNvPr>
          <p:cNvGrpSpPr/>
          <p:nvPr userDrawn="1"/>
        </p:nvGrpSpPr>
        <p:grpSpPr>
          <a:xfrm>
            <a:off x="515936" y="724619"/>
            <a:ext cx="11160127" cy="4589253"/>
            <a:chOff x="515936" y="724619"/>
            <a:chExt cx="11160127" cy="458925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0D3263-2110-E50F-F5AF-BFDF4F184F58}"/>
                </a:ext>
              </a:extLst>
            </p:cNvPr>
            <p:cNvCxnSpPr>
              <a:cxnSpLocks/>
            </p:cNvCxnSpPr>
            <p:nvPr/>
          </p:nvCxnSpPr>
          <p:spPr>
            <a:xfrm>
              <a:off x="515938" y="724619"/>
              <a:ext cx="1116012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70B7B97-7528-E28F-C964-A7B8DD9DA45B}"/>
                </a:ext>
              </a:extLst>
            </p:cNvPr>
            <p:cNvCxnSpPr/>
            <p:nvPr/>
          </p:nvCxnSpPr>
          <p:spPr>
            <a:xfrm>
              <a:off x="515938" y="724619"/>
              <a:ext cx="0" cy="458925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F6950FE-E72F-4889-11C3-B3F22F9BD0D2}"/>
                </a:ext>
              </a:extLst>
            </p:cNvPr>
            <p:cNvCxnSpPr/>
            <p:nvPr/>
          </p:nvCxnSpPr>
          <p:spPr>
            <a:xfrm>
              <a:off x="515936" y="724619"/>
              <a:ext cx="2398143" cy="239814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234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8D69DF7-B38B-304A-8FAD-81A2C0740F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01796" y="1723292"/>
            <a:ext cx="3774266" cy="4679664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180638-FD0C-6DAD-A1B6-390497E4B69C}"/>
              </a:ext>
            </a:extLst>
          </p:cNvPr>
          <p:cNvCxnSpPr>
            <a:cxnSpLocks/>
          </p:cNvCxnSpPr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F140040-648E-83DA-F09D-40FC67D2C9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>
            <a:extLst>
              <a:ext uri="{FF2B5EF4-FFF2-40B4-BE49-F238E27FC236}">
                <a16:creationId xmlns:a16="http://schemas.microsoft.com/office/drawing/2014/main" id="{E38AB04A-0E37-FFDF-A310-2E498600D1FA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2">
                    <a:lumMod val="90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2">
                  <a:lumMod val="90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4134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8D69DF7-B38B-304A-8FAD-81A2C0740F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01796" y="455044"/>
            <a:ext cx="3774266" cy="5947912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180638-FD0C-6DAD-A1B6-390497E4B69C}"/>
              </a:ext>
            </a:extLst>
          </p:cNvPr>
          <p:cNvCxnSpPr>
            <a:cxnSpLocks/>
          </p:cNvCxnSpPr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3932424-3A4A-108C-F095-D723D3BA4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3" name="Google Shape;125;p30">
            <a:extLst>
              <a:ext uri="{FF2B5EF4-FFF2-40B4-BE49-F238E27FC236}">
                <a16:creationId xmlns:a16="http://schemas.microsoft.com/office/drawing/2014/main" id="{16653ACE-3F72-1A33-B51C-DACC94B9813E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78100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7786DD45-9C27-C34B-B400-3F94A162A8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624840"/>
            <a:ext cx="4056062" cy="5608320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1D6C112-B347-CAE9-B90B-291114EA5C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7" name="Google Shape;125;p30">
            <a:extLst>
              <a:ext uri="{FF2B5EF4-FFF2-40B4-BE49-F238E27FC236}">
                <a16:creationId xmlns:a16="http://schemas.microsoft.com/office/drawing/2014/main" id="{71389729-22BD-9345-EF2C-2847B6B31BE9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05665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E768D1D-1E9F-D648-B748-4650F9125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1556" y="3019894"/>
            <a:ext cx="4190060" cy="3838106"/>
          </a:xfrm>
          <a:prstGeom prst="round2SameRect">
            <a:avLst>
              <a:gd name="adj1" fmla="val 4464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C39FB-74E7-3227-BAFF-BCE2C799F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>
            <a:extLst>
              <a:ext uri="{FF2B5EF4-FFF2-40B4-BE49-F238E27FC236}">
                <a16:creationId xmlns:a16="http://schemas.microsoft.com/office/drawing/2014/main" id="{C26E5CCF-2EF4-4AB6-7E7A-E12BAEA4821E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6592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8E1F102-3EE9-704F-B645-7DF5023A4B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29621" y="1388526"/>
            <a:ext cx="4746441" cy="4257625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8FDBAA-1611-2D35-75AB-F8C6AC8BC3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>
            <a:extLst>
              <a:ext uri="{FF2B5EF4-FFF2-40B4-BE49-F238E27FC236}">
                <a16:creationId xmlns:a16="http://schemas.microsoft.com/office/drawing/2014/main" id="{9D9FD2A3-875F-23ED-CF9C-6C540CDDC309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81427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443C5315-F70A-6F4A-AC56-6D7DADD533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00201"/>
            <a:ext cx="12192000" cy="2680636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0C3C926-4CDF-8FB4-5636-C513301703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>
            <a:extLst>
              <a:ext uri="{FF2B5EF4-FFF2-40B4-BE49-F238E27FC236}">
                <a16:creationId xmlns:a16="http://schemas.microsoft.com/office/drawing/2014/main" id="{A63B813D-B28E-C758-DE10-05AA9A4D50B1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55756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52188AAE-671F-A84E-A222-710127E27E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2977" y="2020452"/>
            <a:ext cx="6250430" cy="3177713"/>
          </a:xfrm>
          <a:prstGeom prst="round2SameRect">
            <a:avLst>
              <a:gd name="adj1" fmla="val 6096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FF208-3496-1A98-A8D6-19C1B27558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>
            <a:extLst>
              <a:ext uri="{FF2B5EF4-FFF2-40B4-BE49-F238E27FC236}">
                <a16:creationId xmlns:a16="http://schemas.microsoft.com/office/drawing/2014/main" id="{06D80AE2-5399-977F-86D6-BCC8517DAB14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05275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BAC8BD0-A63C-3F49-9042-82FC1ED1E1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7" y="1124743"/>
            <a:ext cx="6295409" cy="3320897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B28C2-2D1A-372A-64A5-D59D93BA54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>
            <a:extLst>
              <a:ext uri="{FF2B5EF4-FFF2-40B4-BE49-F238E27FC236}">
                <a16:creationId xmlns:a16="http://schemas.microsoft.com/office/drawing/2014/main" id="{55187082-DF0B-DF31-41EB-C2F4A0EE9137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08136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B2915-CE0F-6C4C-9E55-B6E14897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279E0-994C-C543-867F-8C6950F06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75487-17D2-9D47-9657-2CE81B42E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71589-2BDF-CB41-A6E5-57492F945B2E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3F84A-CC15-CC4F-86C4-E6EB0FADC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09C3E-A7CE-C448-84E2-C436C83FE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078F8-F842-FB4B-9F54-E6C983E09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5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1" r:id="rId4"/>
    <p:sldLayoutId id="2147483653" r:id="rId5"/>
    <p:sldLayoutId id="2147483652" r:id="rId6"/>
    <p:sldLayoutId id="2147483654" r:id="rId7"/>
    <p:sldLayoutId id="2147483655" r:id="rId8"/>
    <p:sldLayoutId id="214748365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F9A7D5EB-CBFC-964A-9CBA-D38551A97DEE}"/>
              </a:ext>
            </a:extLst>
          </p:cNvPr>
          <p:cNvSpPr txBox="1"/>
          <p:nvPr/>
        </p:nvSpPr>
        <p:spPr>
          <a:xfrm>
            <a:off x="3136657" y="3277668"/>
            <a:ext cx="752770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Project </a:t>
            </a:r>
            <a:r>
              <a:rPr lang="en-US" sz="4000" dirty="0" smtClean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Title</a:t>
            </a:r>
            <a:endParaRPr lang="en-US" sz="40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AAF3C5-3300-7445-8427-CCCC451D27FB}"/>
              </a:ext>
            </a:extLst>
          </p:cNvPr>
          <p:cNvSpPr txBox="1"/>
          <p:nvPr/>
        </p:nvSpPr>
        <p:spPr>
          <a:xfrm>
            <a:off x="4872753" y="4884288"/>
            <a:ext cx="313734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2400" dirty="0">
                <a:solidFill>
                  <a:schemeClr val="bg1"/>
                </a:solidFill>
                <a:effectLst/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Presented By : </a:t>
            </a: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F9A7D5EB-CBFC-964A-9CBA-D38551A97DEE}"/>
              </a:ext>
            </a:extLst>
          </p:cNvPr>
          <p:cNvSpPr txBox="1"/>
          <p:nvPr/>
        </p:nvSpPr>
        <p:spPr>
          <a:xfrm>
            <a:off x="3239896" y="2322072"/>
            <a:ext cx="752770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School of Computer Science and Engineering</a:t>
            </a:r>
            <a:endParaRPr lang="en-US" sz="24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95595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2E01BD2E-3187-2343-866C-F0B6121A2EEE}"/>
              </a:ext>
            </a:extLst>
          </p:cNvPr>
          <p:cNvSpPr txBox="1"/>
          <p:nvPr/>
        </p:nvSpPr>
        <p:spPr>
          <a:xfrm>
            <a:off x="515938" y="339927"/>
            <a:ext cx="843828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Project Name</a:t>
            </a:r>
            <a:endParaRPr lang="en-US" sz="60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E8561D-8AF3-5A40-8EB6-B6811AD95170}"/>
              </a:ext>
            </a:extLst>
          </p:cNvPr>
          <p:cNvSpPr/>
          <p:nvPr/>
        </p:nvSpPr>
        <p:spPr>
          <a:xfrm>
            <a:off x="1540758" y="2425999"/>
            <a:ext cx="231201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20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Group Name: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718821-3A30-5F44-B386-485B50F01C22}"/>
              </a:ext>
            </a:extLst>
          </p:cNvPr>
          <p:cNvSpPr txBox="1"/>
          <p:nvPr/>
        </p:nvSpPr>
        <p:spPr>
          <a:xfrm>
            <a:off x="1540758" y="1856022"/>
            <a:ext cx="210467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Group</a:t>
            </a:r>
            <a:r>
              <a:rPr lang="en-ID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No: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33ECB-0CAC-549D-58D4-B17B5CEDB608}"/>
              </a:ext>
            </a:extLst>
          </p:cNvPr>
          <p:cNvSpPr txBox="1"/>
          <p:nvPr/>
        </p:nvSpPr>
        <p:spPr>
          <a:xfrm>
            <a:off x="1540758" y="3316497"/>
            <a:ext cx="5292661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Group Members</a:t>
            </a:r>
            <a:r>
              <a:rPr lang="en-ID" sz="2000" dirty="0" smtClean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Name &lt;SRN&gt; &lt;Roll: Project Leader&gt;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Name </a:t>
            </a:r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&lt;SRN&gt; &lt;Roll: Documenter Lead&gt;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Name </a:t>
            </a:r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&lt;SRN&gt; &lt;Roll: Developer Lead&gt;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Name </a:t>
            </a:r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&lt;SRN&gt; &lt;Roll: Developer</a:t>
            </a:r>
            <a:r>
              <a:rPr lang="en-US" sz="2000" dirty="0" smtClean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&gt;</a:t>
            </a:r>
            <a:endParaRPr lang="en-ID" sz="20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endParaRPr lang="en-ID" sz="20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E87F72-C389-5805-3EB0-A3E3D998937A}"/>
              </a:ext>
            </a:extLst>
          </p:cNvPr>
          <p:cNvSpPr/>
          <p:nvPr/>
        </p:nvSpPr>
        <p:spPr>
          <a:xfrm>
            <a:off x="6952640" y="4812886"/>
            <a:ext cx="4934560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prstClr val="white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Name of the Guide:</a:t>
            </a:r>
          </a:p>
          <a:p>
            <a:pPr lvl="0">
              <a:lnSpc>
                <a:spcPct val="150000"/>
              </a:lnSpc>
            </a:pPr>
            <a:r>
              <a:rPr lang="en-US" sz="2000" dirty="0">
                <a:solidFill>
                  <a:prstClr val="white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Designation</a:t>
            </a:r>
            <a:r>
              <a:rPr lang="en-US" sz="2000" dirty="0" smtClean="0">
                <a:solidFill>
                  <a:prstClr val="white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:</a:t>
            </a:r>
          </a:p>
          <a:p>
            <a:pPr lvl="0">
              <a:lnSpc>
                <a:spcPct val="150000"/>
              </a:lnSpc>
            </a:pPr>
            <a:endParaRPr lang="en-US" sz="2000" dirty="0">
              <a:solidFill>
                <a:prstClr val="white"/>
              </a:solidFill>
              <a:latin typeface="Glacial Indifference" pitchFamily="2" charset="0"/>
              <a:ea typeface="Roboto Condensed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352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2E01BD2E-3187-2343-866C-F0B6121A2EEE}"/>
              </a:ext>
            </a:extLst>
          </p:cNvPr>
          <p:cNvSpPr txBox="1"/>
          <p:nvPr/>
        </p:nvSpPr>
        <p:spPr>
          <a:xfrm>
            <a:off x="515938" y="253426"/>
            <a:ext cx="843828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Jost" pitchFamily="2" charset="0"/>
                <a:cs typeface="Poppins" pitchFamily="2" charset="77"/>
              </a:rPr>
              <a:t>Table Of Contents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3561B-BC7F-4146-A30B-7D59BB7C6994}"/>
              </a:ext>
            </a:extLst>
          </p:cNvPr>
          <p:cNvSpPr txBox="1"/>
          <p:nvPr/>
        </p:nvSpPr>
        <p:spPr>
          <a:xfrm>
            <a:off x="538143" y="17357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718821-3A30-5F44-B386-485B50F01C22}"/>
              </a:ext>
            </a:extLst>
          </p:cNvPr>
          <p:cNvSpPr txBox="1"/>
          <p:nvPr/>
        </p:nvSpPr>
        <p:spPr>
          <a:xfrm>
            <a:off x="1485016" y="1901747"/>
            <a:ext cx="210467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defRPr/>
            </a:pPr>
            <a:r>
              <a:rPr lang="en-ID" sz="2000" dirty="0" smtClean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Planning</a:t>
            </a: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  <a:p>
            <a:pPr lvl="0">
              <a:defRPr/>
            </a:pPr>
            <a:endParaRPr lang="en-ID" sz="2000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676236-4086-384C-AAA6-1EE795DD92D3}"/>
              </a:ext>
            </a:extLst>
          </p:cNvPr>
          <p:cNvSpPr txBox="1"/>
          <p:nvPr/>
        </p:nvSpPr>
        <p:spPr>
          <a:xfrm>
            <a:off x="4536055" y="17357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B91D3C-9E5A-264C-8D34-E3E25D4E5BEA}"/>
              </a:ext>
            </a:extLst>
          </p:cNvPr>
          <p:cNvSpPr txBox="1"/>
          <p:nvPr/>
        </p:nvSpPr>
        <p:spPr>
          <a:xfrm>
            <a:off x="5501213" y="1943788"/>
            <a:ext cx="210467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Project Scope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DF6677-C641-0A4D-9303-01CA93C134C4}"/>
              </a:ext>
            </a:extLst>
          </p:cNvPr>
          <p:cNvSpPr txBox="1"/>
          <p:nvPr/>
        </p:nvSpPr>
        <p:spPr>
          <a:xfrm>
            <a:off x="8361436" y="17357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F4C570-3A40-9348-8E6A-E33E70A39D76}"/>
              </a:ext>
            </a:extLst>
          </p:cNvPr>
          <p:cNvSpPr txBox="1"/>
          <p:nvPr/>
        </p:nvSpPr>
        <p:spPr>
          <a:xfrm>
            <a:off x="9419999" y="1909729"/>
            <a:ext cx="210467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Methodology</a:t>
            </a:r>
            <a:endParaRPr lang="en-ID" dirty="0">
              <a:solidFill>
                <a:prstClr val="white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F86C3-94A1-A15F-9240-07F13811175A}"/>
              </a:ext>
            </a:extLst>
          </p:cNvPr>
          <p:cNvSpPr txBox="1"/>
          <p:nvPr/>
        </p:nvSpPr>
        <p:spPr>
          <a:xfrm>
            <a:off x="538143" y="4189279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07</a:t>
            </a:r>
            <a:endParaRPr kumimoji="0" lang="en-ID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33ECB-0CAC-549D-58D4-B17B5CEDB608}"/>
              </a:ext>
            </a:extLst>
          </p:cNvPr>
          <p:cNvSpPr txBox="1"/>
          <p:nvPr/>
        </p:nvSpPr>
        <p:spPr>
          <a:xfrm>
            <a:off x="1485016" y="3136340"/>
            <a:ext cx="22753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Modules identified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C46E13-A2FC-6791-7F37-A40AEE22550A}"/>
              </a:ext>
            </a:extLst>
          </p:cNvPr>
          <p:cNvSpPr txBox="1"/>
          <p:nvPr/>
        </p:nvSpPr>
        <p:spPr>
          <a:xfrm>
            <a:off x="4536055" y="2879513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ECA4DE-5874-1367-267F-665451871206}"/>
              </a:ext>
            </a:extLst>
          </p:cNvPr>
          <p:cNvSpPr txBox="1"/>
          <p:nvPr/>
        </p:nvSpPr>
        <p:spPr>
          <a:xfrm>
            <a:off x="5494985" y="3064179"/>
            <a:ext cx="210467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Requirement and cost Analysis</a:t>
            </a:r>
            <a:endParaRPr kumimoji="0" lang="en-ID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3E62D1-7F09-E450-4CBE-48CC531A70AB}"/>
              </a:ext>
            </a:extLst>
          </p:cNvPr>
          <p:cNvSpPr txBox="1"/>
          <p:nvPr/>
        </p:nvSpPr>
        <p:spPr>
          <a:xfrm>
            <a:off x="8405121" y="2905956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921718-A5A6-A5AA-294F-F3621CA082D1}"/>
              </a:ext>
            </a:extLst>
          </p:cNvPr>
          <p:cNvSpPr txBox="1"/>
          <p:nvPr/>
        </p:nvSpPr>
        <p:spPr>
          <a:xfrm>
            <a:off x="9419999" y="2982451"/>
            <a:ext cx="2378573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Developing project execution timelines.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F86C3-94A1-A15F-9240-07F13811175A}"/>
              </a:ext>
            </a:extLst>
          </p:cNvPr>
          <p:cNvSpPr txBox="1"/>
          <p:nvPr/>
        </p:nvSpPr>
        <p:spPr>
          <a:xfrm>
            <a:off x="517210" y="2848735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1F86C3-94A1-A15F-9240-07F13811175A}"/>
              </a:ext>
            </a:extLst>
          </p:cNvPr>
          <p:cNvSpPr txBox="1"/>
          <p:nvPr/>
        </p:nvSpPr>
        <p:spPr>
          <a:xfrm>
            <a:off x="4556986" y="413861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08</a:t>
            </a:r>
            <a:endParaRPr kumimoji="0" lang="en-ID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1F86C3-94A1-A15F-9240-07F13811175A}"/>
              </a:ext>
            </a:extLst>
          </p:cNvPr>
          <p:cNvSpPr txBox="1"/>
          <p:nvPr/>
        </p:nvSpPr>
        <p:spPr>
          <a:xfrm>
            <a:off x="8405121" y="4138615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D" sz="5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09</a:t>
            </a:r>
            <a:endParaRPr kumimoji="0" lang="en-ID" sz="5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E33ECB-0CAC-549D-58D4-B17B5CEDB608}"/>
              </a:ext>
            </a:extLst>
          </p:cNvPr>
          <p:cNvSpPr txBox="1"/>
          <p:nvPr/>
        </p:nvSpPr>
        <p:spPr>
          <a:xfrm>
            <a:off x="1476140" y="4305043"/>
            <a:ext cx="2910138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 smtClean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Draft of Acceptance/Submission  </a:t>
            </a:r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of Survey Paper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E33ECB-0CAC-549D-58D4-B17B5CEDB608}"/>
              </a:ext>
            </a:extLst>
          </p:cNvPr>
          <p:cNvSpPr txBox="1"/>
          <p:nvPr/>
        </p:nvSpPr>
        <p:spPr>
          <a:xfrm>
            <a:off x="5494985" y="4400226"/>
            <a:ext cx="22753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Conclusions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E33ECB-0CAC-549D-58D4-B17B5CEDB608}"/>
              </a:ext>
            </a:extLst>
          </p:cNvPr>
          <p:cNvSpPr txBox="1"/>
          <p:nvPr/>
        </p:nvSpPr>
        <p:spPr>
          <a:xfrm>
            <a:off x="9419999" y="4362949"/>
            <a:ext cx="227538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ID" sz="2000" dirty="0">
                <a:solidFill>
                  <a:prstClr val="white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538917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93EAAD04-F202-604D-8F33-BB3AB0570DB2}"/>
              </a:ext>
            </a:extLst>
          </p:cNvPr>
          <p:cNvSpPr txBox="1"/>
          <p:nvPr/>
        </p:nvSpPr>
        <p:spPr>
          <a:xfrm>
            <a:off x="2747981" y="1132405"/>
            <a:ext cx="6696039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dirty="0" smtClean="0">
                <a:latin typeface="Glacial Indifference" pitchFamily="2" charset="0"/>
                <a:ea typeface="Jost" pitchFamily="2" charset="0"/>
                <a:cs typeface="Poppins" pitchFamily="2" charset="77"/>
              </a:rPr>
              <a:t>Slides</a:t>
            </a: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9BBA0-6D4E-F141-A89D-523E20373EE9}"/>
              </a:ext>
            </a:extLst>
          </p:cNvPr>
          <p:cNvSpPr txBox="1"/>
          <p:nvPr/>
        </p:nvSpPr>
        <p:spPr>
          <a:xfrm>
            <a:off x="2007973" y="2579369"/>
            <a:ext cx="5081086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 smtClean="0"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Slides</a:t>
            </a:r>
            <a:endParaRPr lang="en-ID" sz="5400" dirty="0">
              <a:effectLst/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205DF-E4F1-A24F-88AA-102016B5C0EB}"/>
              </a:ext>
            </a:extLst>
          </p:cNvPr>
          <p:cNvSpPr txBox="1"/>
          <p:nvPr/>
        </p:nvSpPr>
        <p:spPr>
          <a:xfrm>
            <a:off x="9095657" y="4389117"/>
            <a:ext cx="21046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Topic</a:t>
            </a:r>
            <a:r>
              <a:rPr lang="en-ID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Three</a:t>
            </a:r>
          </a:p>
        </p:txBody>
      </p:sp>
    </p:spTree>
    <p:extLst>
      <p:ext uri="{BB962C8B-B14F-4D97-AF65-F5344CB8AC3E}">
        <p14:creationId xmlns:p14="http://schemas.microsoft.com/office/powerpoint/2010/main" val="4117492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82AF50B6-9822-335C-A9AF-C239A2495EE2}"/>
              </a:ext>
            </a:extLst>
          </p:cNvPr>
          <p:cNvSpPr/>
          <p:nvPr/>
        </p:nvSpPr>
        <p:spPr>
          <a:xfrm>
            <a:off x="1822384" y="1535572"/>
            <a:ext cx="8547233" cy="2714324"/>
          </a:xfrm>
          <a:prstGeom prst="roundRect">
            <a:avLst>
              <a:gd name="adj" fmla="val 60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lacial Indifference" pitchFamily="2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B28DF99-759A-F6E4-27F2-3F8665A4B7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6841399"/>
              </p:ext>
            </p:extLst>
          </p:nvPr>
        </p:nvGraphicFramePr>
        <p:xfrm>
          <a:off x="2061456" y="1718560"/>
          <a:ext cx="8069088" cy="2348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B48BE15-E125-AC31-3B2D-29BE0C9D3C32}"/>
              </a:ext>
            </a:extLst>
          </p:cNvPr>
          <p:cNvSpPr txBox="1"/>
          <p:nvPr/>
        </p:nvSpPr>
        <p:spPr>
          <a:xfrm>
            <a:off x="2572434" y="518057"/>
            <a:ext cx="7047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</a:rPr>
              <a:t>Diagram Data Chart </a:t>
            </a:r>
          </a:p>
        </p:txBody>
      </p:sp>
      <p:sp>
        <p:nvSpPr>
          <p:cNvPr id="11" name="Rectangle: Rounded Corners 29">
            <a:extLst>
              <a:ext uri="{FF2B5EF4-FFF2-40B4-BE49-F238E27FC236}">
                <a16:creationId xmlns:a16="http://schemas.microsoft.com/office/drawing/2014/main" id="{797BD73B-C646-6939-6786-A2652F73329A}"/>
              </a:ext>
            </a:extLst>
          </p:cNvPr>
          <p:cNvSpPr/>
          <p:nvPr/>
        </p:nvSpPr>
        <p:spPr>
          <a:xfrm>
            <a:off x="1520622" y="4432884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06C267-F7E9-EB79-C34C-205F3E210594}"/>
              </a:ext>
            </a:extLst>
          </p:cNvPr>
          <p:cNvSpPr txBox="1"/>
          <p:nvPr/>
        </p:nvSpPr>
        <p:spPr>
          <a:xfrm>
            <a:off x="1589690" y="4563367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A.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520AB9-3E31-08B9-C078-0F466BB8920B}"/>
              </a:ext>
            </a:extLst>
          </p:cNvPr>
          <p:cNvSpPr txBox="1"/>
          <p:nvPr/>
        </p:nvSpPr>
        <p:spPr>
          <a:xfrm>
            <a:off x="1945290" y="4563367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450K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F7F770-0FF0-E24A-4EEB-35DF05A2FD95}"/>
              </a:ext>
            </a:extLst>
          </p:cNvPr>
          <p:cNvSpPr txBox="1"/>
          <p:nvPr/>
        </p:nvSpPr>
        <p:spPr>
          <a:xfrm>
            <a:off x="1945290" y="4977188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6" name="Rectangle: Rounded Corners 59">
            <a:extLst>
              <a:ext uri="{FF2B5EF4-FFF2-40B4-BE49-F238E27FC236}">
                <a16:creationId xmlns:a16="http://schemas.microsoft.com/office/drawing/2014/main" id="{8DF22FF1-20DA-2860-6DCE-DE4E94C9E0CD}"/>
              </a:ext>
            </a:extLst>
          </p:cNvPr>
          <p:cNvSpPr/>
          <p:nvPr/>
        </p:nvSpPr>
        <p:spPr>
          <a:xfrm>
            <a:off x="3862403" y="4432884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1DFCE7-6065-0138-856C-891BA13D7722}"/>
              </a:ext>
            </a:extLst>
          </p:cNvPr>
          <p:cNvSpPr txBox="1"/>
          <p:nvPr/>
        </p:nvSpPr>
        <p:spPr>
          <a:xfrm>
            <a:off x="3931471" y="4563367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B.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D96C13-EE76-D254-9435-87B89B9B3436}"/>
              </a:ext>
            </a:extLst>
          </p:cNvPr>
          <p:cNvSpPr txBox="1"/>
          <p:nvPr/>
        </p:nvSpPr>
        <p:spPr>
          <a:xfrm>
            <a:off x="4287071" y="4563367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520K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B7A736-D9D0-C3FC-E40E-93C6DFD1563B}"/>
              </a:ext>
            </a:extLst>
          </p:cNvPr>
          <p:cNvSpPr txBox="1"/>
          <p:nvPr/>
        </p:nvSpPr>
        <p:spPr>
          <a:xfrm>
            <a:off x="4287071" y="4977188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1" name="Rectangle: Rounded Corners 64">
            <a:extLst>
              <a:ext uri="{FF2B5EF4-FFF2-40B4-BE49-F238E27FC236}">
                <a16:creationId xmlns:a16="http://schemas.microsoft.com/office/drawing/2014/main" id="{3281822D-78E1-1A10-0AC0-077A29C72E5A}"/>
              </a:ext>
            </a:extLst>
          </p:cNvPr>
          <p:cNvSpPr/>
          <p:nvPr/>
        </p:nvSpPr>
        <p:spPr>
          <a:xfrm>
            <a:off x="6202547" y="4432884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538621-18AB-D198-EA62-AFB283437B98}"/>
              </a:ext>
            </a:extLst>
          </p:cNvPr>
          <p:cNvSpPr txBox="1"/>
          <p:nvPr/>
        </p:nvSpPr>
        <p:spPr>
          <a:xfrm>
            <a:off x="6271615" y="4563367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C.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B0456A-E5C2-063F-0D95-DBA0F25B4C13}"/>
              </a:ext>
            </a:extLst>
          </p:cNvPr>
          <p:cNvSpPr txBox="1"/>
          <p:nvPr/>
        </p:nvSpPr>
        <p:spPr>
          <a:xfrm>
            <a:off x="6627215" y="4563367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580K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0E344F-ED9F-A958-EA0F-9DA4C181B866}"/>
              </a:ext>
            </a:extLst>
          </p:cNvPr>
          <p:cNvSpPr txBox="1"/>
          <p:nvPr/>
        </p:nvSpPr>
        <p:spPr>
          <a:xfrm>
            <a:off x="6627215" y="4977188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6" name="Rectangle: Rounded Corners 69">
            <a:extLst>
              <a:ext uri="{FF2B5EF4-FFF2-40B4-BE49-F238E27FC236}">
                <a16:creationId xmlns:a16="http://schemas.microsoft.com/office/drawing/2014/main" id="{B2E09AAF-9D02-C346-113C-15E78A54C6EC}"/>
              </a:ext>
            </a:extLst>
          </p:cNvPr>
          <p:cNvSpPr/>
          <p:nvPr/>
        </p:nvSpPr>
        <p:spPr>
          <a:xfrm>
            <a:off x="8544328" y="4432884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6B0601-647E-4514-F549-A633B7C6EEFC}"/>
              </a:ext>
            </a:extLst>
          </p:cNvPr>
          <p:cNvSpPr txBox="1"/>
          <p:nvPr/>
        </p:nvSpPr>
        <p:spPr>
          <a:xfrm>
            <a:off x="8613396" y="4563367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D.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70DB36-C4BB-814E-B637-0E5BE31BBACF}"/>
              </a:ext>
            </a:extLst>
          </p:cNvPr>
          <p:cNvSpPr txBox="1"/>
          <p:nvPr/>
        </p:nvSpPr>
        <p:spPr>
          <a:xfrm>
            <a:off x="8968996" y="4563367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420K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FDE77A-5BD6-0D52-BFA4-E1CD5CD6CF1E}"/>
              </a:ext>
            </a:extLst>
          </p:cNvPr>
          <p:cNvSpPr txBox="1"/>
          <p:nvPr/>
        </p:nvSpPr>
        <p:spPr>
          <a:xfrm>
            <a:off x="8968996" y="4977188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58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FA8D4-7BCC-2A4E-B7B7-8D4CDA215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B49DBDDF-C5EA-A1C1-DFF3-6FC7EC385E88}"/>
              </a:ext>
            </a:extLst>
          </p:cNvPr>
          <p:cNvSpPr/>
          <p:nvPr/>
        </p:nvSpPr>
        <p:spPr>
          <a:xfrm>
            <a:off x="1822384" y="1618700"/>
            <a:ext cx="8547233" cy="2714324"/>
          </a:xfrm>
          <a:prstGeom prst="roundRect">
            <a:avLst>
              <a:gd name="adj" fmla="val 60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lacial Indifference" pitchFamily="2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8A9BF51-A9A3-2994-DC8D-B503DE2071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856238"/>
              </p:ext>
            </p:extLst>
          </p:nvPr>
        </p:nvGraphicFramePr>
        <p:xfrm>
          <a:off x="2061456" y="1801688"/>
          <a:ext cx="8069088" cy="2348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BE6F7DF-3882-9D70-74AB-BE4A083903D6}"/>
              </a:ext>
            </a:extLst>
          </p:cNvPr>
          <p:cNvSpPr txBox="1"/>
          <p:nvPr/>
        </p:nvSpPr>
        <p:spPr>
          <a:xfrm>
            <a:off x="2572434" y="601185"/>
            <a:ext cx="7047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</a:rPr>
              <a:t>Diagram Data Chart </a:t>
            </a:r>
          </a:p>
        </p:txBody>
      </p:sp>
      <p:sp>
        <p:nvSpPr>
          <p:cNvPr id="11" name="Rectangle: Rounded Corners 29">
            <a:extLst>
              <a:ext uri="{FF2B5EF4-FFF2-40B4-BE49-F238E27FC236}">
                <a16:creationId xmlns:a16="http://schemas.microsoft.com/office/drawing/2014/main" id="{6BA611C8-7689-27C7-5B20-32284CCFC845}"/>
              </a:ext>
            </a:extLst>
          </p:cNvPr>
          <p:cNvSpPr/>
          <p:nvPr/>
        </p:nvSpPr>
        <p:spPr>
          <a:xfrm>
            <a:off x="1520622" y="4516012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8A22A-C349-1DE4-ABFC-4A61213E8E06}"/>
              </a:ext>
            </a:extLst>
          </p:cNvPr>
          <p:cNvSpPr txBox="1"/>
          <p:nvPr/>
        </p:nvSpPr>
        <p:spPr>
          <a:xfrm>
            <a:off x="1589690" y="464649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A.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0DE59-67A4-20E6-2734-DBCA38BDA61C}"/>
              </a:ext>
            </a:extLst>
          </p:cNvPr>
          <p:cNvSpPr txBox="1"/>
          <p:nvPr/>
        </p:nvSpPr>
        <p:spPr>
          <a:xfrm>
            <a:off x="1945290" y="4646495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450K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E1B0B-1733-36E9-B537-2A509E11C6DB}"/>
              </a:ext>
            </a:extLst>
          </p:cNvPr>
          <p:cNvSpPr txBox="1"/>
          <p:nvPr/>
        </p:nvSpPr>
        <p:spPr>
          <a:xfrm>
            <a:off x="1945290" y="5060316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6" name="Rectangle: Rounded Corners 59">
            <a:extLst>
              <a:ext uri="{FF2B5EF4-FFF2-40B4-BE49-F238E27FC236}">
                <a16:creationId xmlns:a16="http://schemas.microsoft.com/office/drawing/2014/main" id="{AA459FDF-645D-6AD1-8E45-F00FF77644DF}"/>
              </a:ext>
            </a:extLst>
          </p:cNvPr>
          <p:cNvSpPr/>
          <p:nvPr/>
        </p:nvSpPr>
        <p:spPr>
          <a:xfrm>
            <a:off x="3862403" y="4516012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BBB9F5-1EFD-4AA9-121D-25A627620532}"/>
              </a:ext>
            </a:extLst>
          </p:cNvPr>
          <p:cNvSpPr txBox="1"/>
          <p:nvPr/>
        </p:nvSpPr>
        <p:spPr>
          <a:xfrm>
            <a:off x="3931471" y="464649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B.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408AF2-3294-8E0F-8937-BDCA7CEAAEC3}"/>
              </a:ext>
            </a:extLst>
          </p:cNvPr>
          <p:cNvSpPr txBox="1"/>
          <p:nvPr/>
        </p:nvSpPr>
        <p:spPr>
          <a:xfrm>
            <a:off x="4287071" y="4646495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520K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6A0199-3E04-EE68-E3B5-A9F9B4DD54D4}"/>
              </a:ext>
            </a:extLst>
          </p:cNvPr>
          <p:cNvSpPr txBox="1"/>
          <p:nvPr/>
        </p:nvSpPr>
        <p:spPr>
          <a:xfrm>
            <a:off x="4287071" y="5060316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1" name="Rectangle: Rounded Corners 64">
            <a:extLst>
              <a:ext uri="{FF2B5EF4-FFF2-40B4-BE49-F238E27FC236}">
                <a16:creationId xmlns:a16="http://schemas.microsoft.com/office/drawing/2014/main" id="{38371DA0-1DA1-7D5D-DF68-675E032235BE}"/>
              </a:ext>
            </a:extLst>
          </p:cNvPr>
          <p:cNvSpPr/>
          <p:nvPr/>
        </p:nvSpPr>
        <p:spPr>
          <a:xfrm>
            <a:off x="6202547" y="4516012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ED1AB4-A09B-27CE-3C7D-7A7A2BFBBAFC}"/>
              </a:ext>
            </a:extLst>
          </p:cNvPr>
          <p:cNvSpPr txBox="1"/>
          <p:nvPr/>
        </p:nvSpPr>
        <p:spPr>
          <a:xfrm>
            <a:off x="6271615" y="464649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C.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FFA332-CCF7-FB88-80A5-2BAFD8A56DDA}"/>
              </a:ext>
            </a:extLst>
          </p:cNvPr>
          <p:cNvSpPr txBox="1"/>
          <p:nvPr/>
        </p:nvSpPr>
        <p:spPr>
          <a:xfrm>
            <a:off x="6627215" y="4646495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580K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86C730-22D8-5152-E08F-EE21AC964A6A}"/>
              </a:ext>
            </a:extLst>
          </p:cNvPr>
          <p:cNvSpPr txBox="1"/>
          <p:nvPr/>
        </p:nvSpPr>
        <p:spPr>
          <a:xfrm>
            <a:off x="6627215" y="5060316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6" name="Rectangle: Rounded Corners 69">
            <a:extLst>
              <a:ext uri="{FF2B5EF4-FFF2-40B4-BE49-F238E27FC236}">
                <a16:creationId xmlns:a16="http://schemas.microsoft.com/office/drawing/2014/main" id="{D47E17DD-0D9D-D543-2997-E45027005CCD}"/>
              </a:ext>
            </a:extLst>
          </p:cNvPr>
          <p:cNvSpPr/>
          <p:nvPr/>
        </p:nvSpPr>
        <p:spPr>
          <a:xfrm>
            <a:off x="8544328" y="4516012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BB69DF-9BE1-8A05-42F0-08551E9D89CF}"/>
              </a:ext>
            </a:extLst>
          </p:cNvPr>
          <p:cNvSpPr txBox="1"/>
          <p:nvPr/>
        </p:nvSpPr>
        <p:spPr>
          <a:xfrm>
            <a:off x="8613396" y="464649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D.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C2503B-F8F4-4FDB-3254-D9905DFE4473}"/>
              </a:ext>
            </a:extLst>
          </p:cNvPr>
          <p:cNvSpPr txBox="1"/>
          <p:nvPr/>
        </p:nvSpPr>
        <p:spPr>
          <a:xfrm>
            <a:off x="8968996" y="4646495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420K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560A733-1DA0-9512-1014-A56A457C6786}"/>
              </a:ext>
            </a:extLst>
          </p:cNvPr>
          <p:cNvSpPr txBox="1"/>
          <p:nvPr/>
        </p:nvSpPr>
        <p:spPr>
          <a:xfrm>
            <a:off x="8968996" y="5060316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59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AF887-C9B9-B4EE-6829-8CCC3FB94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B9CFA9F9-C451-C37E-5681-DE2917ACDED6}"/>
              </a:ext>
            </a:extLst>
          </p:cNvPr>
          <p:cNvSpPr/>
          <p:nvPr/>
        </p:nvSpPr>
        <p:spPr>
          <a:xfrm>
            <a:off x="1822384" y="1559323"/>
            <a:ext cx="8547233" cy="2714324"/>
          </a:xfrm>
          <a:prstGeom prst="roundRect">
            <a:avLst>
              <a:gd name="adj" fmla="val 60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lacial Indifference" pitchFamily="2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347FE73-A6E1-24BF-74AB-09480F54B7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8351042"/>
              </p:ext>
            </p:extLst>
          </p:nvPr>
        </p:nvGraphicFramePr>
        <p:xfrm>
          <a:off x="2061456" y="1742311"/>
          <a:ext cx="8069088" cy="2348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2D60BE5-DF8B-D10C-3AF5-6E1AC8231EE4}"/>
              </a:ext>
            </a:extLst>
          </p:cNvPr>
          <p:cNvSpPr txBox="1"/>
          <p:nvPr/>
        </p:nvSpPr>
        <p:spPr>
          <a:xfrm>
            <a:off x="2572434" y="541808"/>
            <a:ext cx="7047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</a:rPr>
              <a:t>Diagram Data Chart </a:t>
            </a:r>
          </a:p>
        </p:txBody>
      </p:sp>
      <p:sp>
        <p:nvSpPr>
          <p:cNvPr id="11" name="Rectangle: Rounded Corners 29">
            <a:extLst>
              <a:ext uri="{FF2B5EF4-FFF2-40B4-BE49-F238E27FC236}">
                <a16:creationId xmlns:a16="http://schemas.microsoft.com/office/drawing/2014/main" id="{7CFDA771-AA6D-1066-8BAB-796F7CC7CA13}"/>
              </a:ext>
            </a:extLst>
          </p:cNvPr>
          <p:cNvSpPr/>
          <p:nvPr/>
        </p:nvSpPr>
        <p:spPr>
          <a:xfrm>
            <a:off x="1520622" y="4456635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AA254C-6F61-3CC0-F7E5-9EB6CD7384B4}"/>
              </a:ext>
            </a:extLst>
          </p:cNvPr>
          <p:cNvSpPr txBox="1"/>
          <p:nvPr/>
        </p:nvSpPr>
        <p:spPr>
          <a:xfrm>
            <a:off x="1589690" y="4587118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A.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D45BE2-44FC-53DC-AEFC-E3EAC77C3099}"/>
              </a:ext>
            </a:extLst>
          </p:cNvPr>
          <p:cNvSpPr txBox="1"/>
          <p:nvPr/>
        </p:nvSpPr>
        <p:spPr>
          <a:xfrm>
            <a:off x="1945290" y="4587118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450K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07CC11-FE3C-09C3-E1F8-13743C084BBD}"/>
              </a:ext>
            </a:extLst>
          </p:cNvPr>
          <p:cNvSpPr txBox="1"/>
          <p:nvPr/>
        </p:nvSpPr>
        <p:spPr>
          <a:xfrm>
            <a:off x="1945290" y="5000939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6" name="Rectangle: Rounded Corners 59">
            <a:extLst>
              <a:ext uri="{FF2B5EF4-FFF2-40B4-BE49-F238E27FC236}">
                <a16:creationId xmlns:a16="http://schemas.microsoft.com/office/drawing/2014/main" id="{92117DA0-D699-ABBF-F5C9-7C72048FA841}"/>
              </a:ext>
            </a:extLst>
          </p:cNvPr>
          <p:cNvSpPr/>
          <p:nvPr/>
        </p:nvSpPr>
        <p:spPr>
          <a:xfrm>
            <a:off x="3862403" y="4456635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1767E4-CADC-570E-5B62-17417689DB86}"/>
              </a:ext>
            </a:extLst>
          </p:cNvPr>
          <p:cNvSpPr txBox="1"/>
          <p:nvPr/>
        </p:nvSpPr>
        <p:spPr>
          <a:xfrm>
            <a:off x="3931471" y="4587118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B.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3D10D3-2F37-3D2F-FD73-25240F319801}"/>
              </a:ext>
            </a:extLst>
          </p:cNvPr>
          <p:cNvSpPr txBox="1"/>
          <p:nvPr/>
        </p:nvSpPr>
        <p:spPr>
          <a:xfrm>
            <a:off x="4287071" y="4587118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520K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E83491-7118-BAD1-EBD8-EC9CF9FE8DC1}"/>
              </a:ext>
            </a:extLst>
          </p:cNvPr>
          <p:cNvSpPr txBox="1"/>
          <p:nvPr/>
        </p:nvSpPr>
        <p:spPr>
          <a:xfrm>
            <a:off x="4287071" y="5000939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1" name="Rectangle: Rounded Corners 64">
            <a:extLst>
              <a:ext uri="{FF2B5EF4-FFF2-40B4-BE49-F238E27FC236}">
                <a16:creationId xmlns:a16="http://schemas.microsoft.com/office/drawing/2014/main" id="{3415684E-EACB-E26D-39F4-80DE93966A81}"/>
              </a:ext>
            </a:extLst>
          </p:cNvPr>
          <p:cNvSpPr/>
          <p:nvPr/>
        </p:nvSpPr>
        <p:spPr>
          <a:xfrm>
            <a:off x="6202547" y="4456635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AAA4D4-A915-D348-B507-6822B44A46F4}"/>
              </a:ext>
            </a:extLst>
          </p:cNvPr>
          <p:cNvSpPr txBox="1"/>
          <p:nvPr/>
        </p:nvSpPr>
        <p:spPr>
          <a:xfrm>
            <a:off x="6271615" y="4587118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C.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AB266E-23B5-D21D-BC8B-21F35821BE96}"/>
              </a:ext>
            </a:extLst>
          </p:cNvPr>
          <p:cNvSpPr txBox="1"/>
          <p:nvPr/>
        </p:nvSpPr>
        <p:spPr>
          <a:xfrm>
            <a:off x="6627215" y="4587118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580K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D08CEC-FC67-69BD-4730-9882473BBD9D}"/>
              </a:ext>
            </a:extLst>
          </p:cNvPr>
          <p:cNvSpPr txBox="1"/>
          <p:nvPr/>
        </p:nvSpPr>
        <p:spPr>
          <a:xfrm>
            <a:off x="6627215" y="5000939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amet</a:t>
            </a:r>
            <a:r>
              <a:rPr lang="en-US" sz="120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>
                <a:solidFill>
                  <a:schemeClr val="bg1"/>
                </a:solidFill>
                <a:effectLst/>
                <a:latin typeface="Glacial Indifference" pitchFamily="2" charset="0"/>
              </a:rPr>
              <a:t>elit.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6" name="Rectangle: Rounded Corners 69">
            <a:extLst>
              <a:ext uri="{FF2B5EF4-FFF2-40B4-BE49-F238E27FC236}">
                <a16:creationId xmlns:a16="http://schemas.microsoft.com/office/drawing/2014/main" id="{58B451BE-2583-97B2-C135-96B8AF03ECD7}"/>
              </a:ext>
            </a:extLst>
          </p:cNvPr>
          <p:cNvSpPr/>
          <p:nvPr/>
        </p:nvSpPr>
        <p:spPr>
          <a:xfrm>
            <a:off x="8544328" y="4456635"/>
            <a:ext cx="2103623" cy="1206143"/>
          </a:xfrm>
          <a:prstGeom prst="roundRect">
            <a:avLst>
              <a:gd name="adj" fmla="val 6479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6F5E1A-40B7-63AA-49A8-878E9C202DFD}"/>
              </a:ext>
            </a:extLst>
          </p:cNvPr>
          <p:cNvSpPr txBox="1"/>
          <p:nvPr/>
        </p:nvSpPr>
        <p:spPr>
          <a:xfrm>
            <a:off x="8613396" y="4587118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D.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676023-1AB2-6C6B-D538-D4958EF35BB7}"/>
              </a:ext>
            </a:extLst>
          </p:cNvPr>
          <p:cNvSpPr txBox="1"/>
          <p:nvPr/>
        </p:nvSpPr>
        <p:spPr>
          <a:xfrm>
            <a:off x="8968996" y="4587118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420K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FE1E95-34E4-B2BF-9E68-6686F3A37992}"/>
              </a:ext>
            </a:extLst>
          </p:cNvPr>
          <p:cNvSpPr txBox="1"/>
          <p:nvPr/>
        </p:nvSpPr>
        <p:spPr>
          <a:xfrm>
            <a:off x="8968996" y="5000939"/>
            <a:ext cx="1561513" cy="55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Lorem ipsum dolor sit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latin typeface="Glacial Indifference" pitchFamily="2" charset="0"/>
              </a:rPr>
              <a:t> 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Glacial Indifference" pitchFamily="2" charset="0"/>
              </a:rPr>
              <a:t>elit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Glacial Indifference" pitchFamily="2" charset="0"/>
              </a:rPr>
              <a:t>. </a:t>
            </a:r>
            <a:endParaRPr lang="en-US" sz="1200" dirty="0">
              <a:solidFill>
                <a:schemeClr val="bg1"/>
              </a:solidFill>
              <a:latin typeface="Glacial Indifferenc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324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B3DE9D-EC77-624A-8992-1CA5F1F37593}"/>
              </a:ext>
            </a:extLst>
          </p:cNvPr>
          <p:cNvSpPr/>
          <p:nvPr/>
        </p:nvSpPr>
        <p:spPr>
          <a:xfrm>
            <a:off x="2658114" y="2213039"/>
            <a:ext cx="6875772" cy="2431921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D151E0D-5794-C54B-B8BF-C921204DF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114" y="2898928"/>
            <a:ext cx="687577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ID" sz="7000" dirty="0">
                <a:solidFill>
                  <a:schemeClr val="bg1"/>
                </a:solidFill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Thank You</a:t>
            </a:r>
            <a:endParaRPr lang="en-ID" sz="7000" dirty="0">
              <a:solidFill>
                <a:schemeClr val="bg1"/>
              </a:solidFill>
              <a:effectLst/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137A04-0961-CB4E-BB09-0282AD79F421}"/>
              </a:ext>
            </a:extLst>
          </p:cNvPr>
          <p:cNvCxnSpPr/>
          <p:nvPr/>
        </p:nvCxnSpPr>
        <p:spPr>
          <a:xfrm>
            <a:off x="515938" y="5106838"/>
            <a:ext cx="111601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94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238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Calibri</vt:lpstr>
      <vt:lpstr>Calibri Light</vt:lpstr>
      <vt:lpstr>Glacial Indifference</vt:lpstr>
      <vt:lpstr>Jost</vt:lpstr>
      <vt:lpstr>Open Sans SemiBold</vt:lpstr>
      <vt:lpstr>Poppins</vt:lpstr>
      <vt:lpstr>Roboto</vt:lpstr>
      <vt:lpstr>Roboto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Shilpa V</cp:lastModifiedBy>
  <cp:revision>68</cp:revision>
  <dcterms:created xsi:type="dcterms:W3CDTF">2023-09-12T06:51:55Z</dcterms:created>
  <dcterms:modified xsi:type="dcterms:W3CDTF">2025-12-18T11:18:37Z</dcterms:modified>
</cp:coreProperties>
</file>